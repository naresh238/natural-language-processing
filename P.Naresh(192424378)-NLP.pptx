
<file path=[Content_Types].xml><?xml version="1.0" encoding="utf-8"?>
<Types xmlns="http://schemas.openxmlformats.org/package/2006/content-types">
  <Default Extension="1" ContentType="image/1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8BB157-E8D9-478B-9504-764CACB43A0B}" v="55" dt="2026-07-15T09:10:38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Maddipatla" userId="eb90819fac2fc064" providerId="LiveId" clId="{E88BB157-E8D9-478B-9504-764CACB43A0B}"/>
    <pc:docChg chg="undo custSel delSld modSld">
      <pc:chgData name="Rohith Maddipatla" userId="eb90819fac2fc064" providerId="LiveId" clId="{E88BB157-E8D9-478B-9504-764CACB43A0B}" dt="2026-07-15T09:13:05.305" v="225" actId="20577"/>
      <pc:docMkLst>
        <pc:docMk/>
      </pc:docMkLst>
      <pc:sldChg chg="addSp delSp modSp mod modClrScheme chgLayout">
        <pc:chgData name="Rohith Maddipatla" userId="eb90819fac2fc064" providerId="LiveId" clId="{E88BB157-E8D9-478B-9504-764CACB43A0B}" dt="2026-07-15T09:13:05.305" v="225" actId="20577"/>
        <pc:sldMkLst>
          <pc:docMk/>
          <pc:sldMk cId="0" sldId="256"/>
        </pc:sldMkLst>
        <pc:spChg chg="mod">
          <ac:chgData name="Rohith Maddipatla" userId="eb90819fac2fc064" providerId="LiveId" clId="{E88BB157-E8D9-478B-9504-764CACB43A0B}" dt="2026-07-15T09:03:45.126" v="115" actId="1410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hith Maddipatla" userId="eb90819fac2fc064" providerId="LiveId" clId="{E88BB157-E8D9-478B-9504-764CACB43A0B}" dt="2026-07-15T09:09:34.324" v="202" actId="478"/>
          <ac:spMkLst>
            <pc:docMk/>
            <pc:sldMk cId="0" sldId="256"/>
            <ac:spMk id="3" creationId="{00000000-0000-0000-0000-000000000000}"/>
          </ac:spMkLst>
        </pc:spChg>
        <pc:spChg chg="add mod ord">
          <ac:chgData name="Rohith Maddipatla" userId="eb90819fac2fc064" providerId="LiveId" clId="{E88BB157-E8D9-478B-9504-764CACB43A0B}" dt="2026-07-15T09:13:05.305" v="225" actId="20577"/>
          <ac:spMkLst>
            <pc:docMk/>
            <pc:sldMk cId="0" sldId="256"/>
            <ac:spMk id="4" creationId="{7B657FDB-4094-C4F5-15C0-1C071E2897E7}"/>
          </ac:spMkLst>
        </pc:spChg>
        <pc:spChg chg="add del mod ord">
          <ac:chgData name="Rohith Maddipatla" userId="eb90819fac2fc064" providerId="LiveId" clId="{E88BB157-E8D9-478B-9504-764CACB43A0B}" dt="2026-07-15T09:01:30.366" v="19" actId="478"/>
          <ac:spMkLst>
            <pc:docMk/>
            <pc:sldMk cId="0" sldId="256"/>
            <ac:spMk id="5" creationId="{B5F231BB-E9DB-BF0F-112A-4E7EC53F1C2D}"/>
          </ac:spMkLst>
        </pc:spChg>
        <pc:picChg chg="add mod">
          <ac:chgData name="Rohith Maddipatla" userId="eb90819fac2fc064" providerId="LiveId" clId="{E88BB157-E8D9-478B-9504-764CACB43A0B}" dt="2026-07-15T09:05:10.212" v="131" actId="962"/>
          <ac:picMkLst>
            <pc:docMk/>
            <pc:sldMk cId="0" sldId="256"/>
            <ac:picMk id="6" creationId="{CC7D73A7-B580-9204-CE81-976E92C4C723}"/>
          </ac:picMkLst>
        </pc:picChg>
      </pc:sldChg>
      <pc:sldChg chg="addSp delSp modSp mod setBg delDesignElem">
        <pc:chgData name="Rohith Maddipatla" userId="eb90819fac2fc064" providerId="LiveId" clId="{E88BB157-E8D9-478B-9504-764CACB43A0B}" dt="2026-07-15T09:12:46.662" v="223" actId="2711"/>
        <pc:sldMkLst>
          <pc:docMk/>
          <pc:sldMk cId="0" sldId="257"/>
        </pc:sldMkLst>
        <pc:spChg chg="mod">
          <ac:chgData name="Rohith Maddipatla" userId="eb90819fac2fc064" providerId="LiveId" clId="{E88BB157-E8D9-478B-9504-764CACB43A0B}" dt="2026-07-15T09:12:40.077" v="222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2:46.662" v="223" actId="2711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7"/>
            <ac:spMk id="10" creationId="{0CABCAE3-64FC-4149-819F-2C1812824154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7"/>
            <ac:spMk id="18" creationId="{C630F413-44CE-4746-9821-9E0107978E7A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7"/>
            <ac:spMk id="20" creationId="{22D671B1-B099-4F9C-B9CC-9D22B4DAF8A8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7"/>
            <ac:spMk id="24" creationId="{898488B7-DBD3-40E7-B54B-4DA6C5693EF3}"/>
          </ac:spMkLst>
        </pc:spChg>
        <pc:picChg chg="mod ord">
          <ac:chgData name="Rohith Maddipatla" userId="eb90819fac2fc064" providerId="LiveId" clId="{E88BB157-E8D9-478B-9504-764CACB43A0B}" dt="2026-07-15T08:59:16.285" v="3" actId="2660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5:39.909" v="136" actId="14100"/>
          <ac:picMkLst>
            <pc:docMk/>
            <pc:sldMk cId="0" sldId="257"/>
            <ac:picMk id="3" creationId="{862B1431-A625-831B-AA64-ECAFAF368464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57"/>
            <ac:picMk id="12" creationId="{012FDCFE-9AD2-4D8A-8CBF-B3AA37EBF6DD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7"/>
            <ac:cxnSpMk id="14" creationId="{FBD463FC-4CA8-4FF4-85A3-AF9F4B98D21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7"/>
            <ac:cxnSpMk id="16" creationId="{A56012FD-74A8-4C91-B318-435CF2B71927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7"/>
            <ac:cxnSpMk id="22" creationId="{7552FBEF-FA69-427B-8245-0A518E0513D5}"/>
          </ac:cxnSpMkLst>
        </pc:cxnChg>
      </pc:sldChg>
      <pc:sldChg chg="addSp delSp modSp mod setBg delDesignElem">
        <pc:chgData name="Rohith Maddipatla" userId="eb90819fac2fc064" providerId="LiveId" clId="{E88BB157-E8D9-478B-9504-764CACB43A0B}" dt="2026-07-15T09:12:10.289" v="220" actId="2711"/>
        <pc:sldMkLst>
          <pc:docMk/>
          <pc:sldMk cId="0" sldId="258"/>
        </pc:sldMkLst>
        <pc:spChg chg="mod">
          <ac:chgData name="Rohith Maddipatla" userId="eb90819fac2fc064" providerId="LiveId" clId="{E88BB157-E8D9-478B-9504-764CACB43A0B}" dt="2026-07-15T09:12:10.289" v="220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2:00.710" v="219" actId="2711"/>
          <ac:spMkLst>
            <pc:docMk/>
            <pc:sldMk cId="0" sldId="258"/>
            <ac:spMk id="5" creationId="{00000000-0000-0000-0000-000000000000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8"/>
            <ac:spMk id="7" creationId="{0CABCAE3-64FC-4149-819F-2C1812824154}"/>
          </ac:spMkLst>
        </pc:spChg>
        <pc:spChg chg="add del">
          <ac:chgData name="Rohith Maddipatla" userId="eb90819fac2fc064" providerId="LiveId" clId="{E88BB157-E8D9-478B-9504-764CACB43A0B}" dt="2026-07-15T08:59:29.048" v="5" actId="26606"/>
          <ac:spMkLst>
            <pc:docMk/>
            <pc:sldMk cId="0" sldId="258"/>
            <ac:spMk id="10" creationId="{0CABCAE3-64FC-4149-819F-2C1812824154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8"/>
            <ac:spMk id="13" creationId="{C630F413-44CE-4746-9821-9E0107978E7A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8"/>
            <ac:spMk id="15" creationId="{22D671B1-B099-4F9C-B9CC-9D22B4DAF8A8}"/>
          </ac:spMkLst>
        </pc:spChg>
        <pc:spChg chg="add del">
          <ac:chgData name="Rohith Maddipatla" userId="eb90819fac2fc064" providerId="LiveId" clId="{E88BB157-E8D9-478B-9504-764CACB43A0B}" dt="2026-07-15T08:59:29.048" v="5" actId="26606"/>
          <ac:spMkLst>
            <pc:docMk/>
            <pc:sldMk cId="0" sldId="258"/>
            <ac:spMk id="18" creationId="{C630F413-44CE-4746-9821-9E0107978E7A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8"/>
            <ac:spMk id="19" creationId="{898488B7-DBD3-40E7-B54B-4DA6C5693EF3}"/>
          </ac:spMkLst>
        </pc:spChg>
        <pc:spChg chg="add del">
          <ac:chgData name="Rohith Maddipatla" userId="eb90819fac2fc064" providerId="LiveId" clId="{E88BB157-E8D9-478B-9504-764CACB43A0B}" dt="2026-07-15T08:59:29.048" v="5" actId="26606"/>
          <ac:spMkLst>
            <pc:docMk/>
            <pc:sldMk cId="0" sldId="258"/>
            <ac:spMk id="20" creationId="{22D671B1-B099-4F9C-B9CC-9D22B4DAF8A8}"/>
          </ac:spMkLst>
        </pc:spChg>
        <pc:spChg chg="add del">
          <ac:chgData name="Rohith Maddipatla" userId="eb90819fac2fc064" providerId="LiveId" clId="{E88BB157-E8D9-478B-9504-764CACB43A0B}" dt="2026-07-15T08:59:29.048" v="5" actId="26606"/>
          <ac:spMkLst>
            <pc:docMk/>
            <pc:sldMk cId="0" sldId="258"/>
            <ac:spMk id="24" creationId="{898488B7-DBD3-40E7-B54B-4DA6C5693EF3}"/>
          </ac:spMkLst>
        </pc:spChg>
        <pc:picChg chg="mod ord">
          <ac:chgData name="Rohith Maddipatla" userId="eb90819fac2fc064" providerId="LiveId" clId="{E88BB157-E8D9-478B-9504-764CACB43A0B}" dt="2026-07-15T08:59:33.016" v="6" actId="2660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9:22.917" v="200" actId="27636"/>
          <ac:picMkLst>
            <pc:docMk/>
            <pc:sldMk cId="0" sldId="258"/>
            <ac:picMk id="3" creationId="{ED017301-6431-C95C-BBF0-CDFCB00FAFE2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58"/>
            <ac:picMk id="8" creationId="{012FDCFE-9AD2-4D8A-8CBF-B3AA37EBF6DD}"/>
          </ac:picMkLst>
        </pc:picChg>
        <pc:picChg chg="add del">
          <ac:chgData name="Rohith Maddipatla" userId="eb90819fac2fc064" providerId="LiveId" clId="{E88BB157-E8D9-478B-9504-764CACB43A0B}" dt="2026-07-15T08:59:29.048" v="5" actId="26606"/>
          <ac:picMkLst>
            <pc:docMk/>
            <pc:sldMk cId="0" sldId="258"/>
            <ac:picMk id="12" creationId="{012FDCFE-9AD2-4D8A-8CBF-B3AA37EBF6DD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8"/>
            <ac:cxnSpMk id="9" creationId="{FBD463FC-4CA8-4FF4-85A3-AF9F4B98D21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8"/>
            <ac:cxnSpMk id="11" creationId="{A56012FD-74A8-4C91-B318-435CF2B71927}"/>
          </ac:cxnSpMkLst>
        </pc:cxnChg>
        <pc:cxnChg chg="add del">
          <ac:chgData name="Rohith Maddipatla" userId="eb90819fac2fc064" providerId="LiveId" clId="{E88BB157-E8D9-478B-9504-764CACB43A0B}" dt="2026-07-15T08:59:29.048" v="5" actId="26606"/>
          <ac:cxnSpMkLst>
            <pc:docMk/>
            <pc:sldMk cId="0" sldId="258"/>
            <ac:cxnSpMk id="14" creationId="{FBD463FC-4CA8-4FF4-85A3-AF9F4B98D210}"/>
          </ac:cxnSpMkLst>
        </pc:cxnChg>
        <pc:cxnChg chg="add del">
          <ac:chgData name="Rohith Maddipatla" userId="eb90819fac2fc064" providerId="LiveId" clId="{E88BB157-E8D9-478B-9504-764CACB43A0B}" dt="2026-07-15T08:59:29.048" v="5" actId="26606"/>
          <ac:cxnSpMkLst>
            <pc:docMk/>
            <pc:sldMk cId="0" sldId="258"/>
            <ac:cxnSpMk id="16" creationId="{A56012FD-74A8-4C91-B318-435CF2B71927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8"/>
            <ac:cxnSpMk id="17" creationId="{7552FBEF-FA69-427B-8245-0A518E0513D5}"/>
          </ac:cxnSpMkLst>
        </pc:cxnChg>
        <pc:cxnChg chg="add del">
          <ac:chgData name="Rohith Maddipatla" userId="eb90819fac2fc064" providerId="LiveId" clId="{E88BB157-E8D9-478B-9504-764CACB43A0B}" dt="2026-07-15T08:59:29.048" v="5" actId="26606"/>
          <ac:cxnSpMkLst>
            <pc:docMk/>
            <pc:sldMk cId="0" sldId="258"/>
            <ac:cxnSpMk id="22" creationId="{7552FBEF-FA69-427B-8245-0A518E0513D5}"/>
          </ac:cxnSpMkLst>
        </pc:cxnChg>
      </pc:sldChg>
      <pc:sldChg chg="addSp delSp modSp mod setBg delDesignElem">
        <pc:chgData name="Rohith Maddipatla" userId="eb90819fac2fc064" providerId="LiveId" clId="{E88BB157-E8D9-478B-9504-764CACB43A0B}" dt="2026-07-15T09:12:24.440" v="221" actId="2711"/>
        <pc:sldMkLst>
          <pc:docMk/>
          <pc:sldMk cId="0" sldId="259"/>
        </pc:sldMkLst>
        <pc:spChg chg="mod">
          <ac:chgData name="Rohith Maddipatla" userId="eb90819fac2fc064" providerId="LiveId" clId="{E88BB157-E8D9-478B-9504-764CACB43A0B}" dt="2026-07-15T09:12:24.440" v="221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1:50.382" v="218" actId="2711"/>
          <ac:spMkLst>
            <pc:docMk/>
            <pc:sldMk cId="0" sldId="259"/>
            <ac:spMk id="5" creationId="{00000000-0000-0000-0000-000000000000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9"/>
            <ac:spMk id="10" creationId="{0CABCAE3-64FC-4149-819F-2C1812824154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9"/>
            <ac:spMk id="18" creationId="{C630F413-44CE-4746-9821-9E0107978E7A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9"/>
            <ac:spMk id="20" creationId="{22D671B1-B099-4F9C-B9CC-9D22B4DAF8A8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59"/>
            <ac:spMk id="24" creationId="{898488B7-DBD3-40E7-B54B-4DA6C5693EF3}"/>
          </ac:spMkLst>
        </pc:spChg>
        <pc:picChg chg="mod ord">
          <ac:chgData name="Rohith Maddipatla" userId="eb90819fac2fc064" providerId="LiveId" clId="{E88BB157-E8D9-478B-9504-764CACB43A0B}" dt="2026-07-15T08:59:40.475" v="7" actId="2660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6:21.226" v="147" actId="14100"/>
          <ac:picMkLst>
            <pc:docMk/>
            <pc:sldMk cId="0" sldId="259"/>
            <ac:picMk id="3" creationId="{B6ED24CF-2310-6594-5EAE-9E027583D00F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59"/>
            <ac:picMk id="12" creationId="{012FDCFE-9AD2-4D8A-8CBF-B3AA37EBF6DD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9"/>
            <ac:cxnSpMk id="14" creationId="{FBD463FC-4CA8-4FF4-85A3-AF9F4B98D21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9"/>
            <ac:cxnSpMk id="16" creationId="{A56012FD-74A8-4C91-B318-435CF2B71927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59"/>
            <ac:cxnSpMk id="22" creationId="{7552FBEF-FA69-427B-8245-0A518E0513D5}"/>
          </ac:cxnSpMkLst>
        </pc:cxnChg>
      </pc:sldChg>
      <pc:sldChg chg="addSp delSp modSp mod setBg delDesignElem">
        <pc:chgData name="Rohith Maddipatla" userId="eb90819fac2fc064" providerId="LiveId" clId="{E88BB157-E8D9-478B-9504-764CACB43A0B}" dt="2026-07-15T09:11:40.186" v="217" actId="2711"/>
        <pc:sldMkLst>
          <pc:docMk/>
          <pc:sldMk cId="0" sldId="260"/>
        </pc:sldMkLst>
        <pc:spChg chg="mod">
          <ac:chgData name="Rohith Maddipatla" userId="eb90819fac2fc064" providerId="LiveId" clId="{E88BB157-E8D9-478B-9504-764CACB43A0B}" dt="2026-07-15T08:59:45.685" v="8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1:40.186" v="217" actId="2711"/>
          <ac:spMkLst>
            <pc:docMk/>
            <pc:sldMk cId="0" sldId="260"/>
            <ac:spMk id="5" creationId="{00000000-0000-0000-0000-000000000000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0"/>
            <ac:spMk id="10" creationId="{0CABCAE3-64FC-4149-819F-2C1812824154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0"/>
            <ac:spMk id="18" creationId="{C630F413-44CE-4746-9821-9E0107978E7A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0"/>
            <ac:spMk id="20" creationId="{22D671B1-B099-4F9C-B9CC-9D22B4DAF8A8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0"/>
            <ac:spMk id="24" creationId="{898488B7-DBD3-40E7-B54B-4DA6C5693EF3}"/>
          </ac:spMkLst>
        </pc:spChg>
        <pc:picChg chg="mod ord">
          <ac:chgData name="Rohith Maddipatla" userId="eb90819fac2fc064" providerId="LiveId" clId="{E88BB157-E8D9-478B-9504-764CACB43A0B}" dt="2026-07-15T08:59:45.685" v="8" actId="26606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6:42.500" v="152" actId="14100"/>
          <ac:picMkLst>
            <pc:docMk/>
            <pc:sldMk cId="0" sldId="260"/>
            <ac:picMk id="3" creationId="{5EAE51C3-1D03-306F-019E-118FA55E3901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60"/>
            <ac:picMk id="12" creationId="{012FDCFE-9AD2-4D8A-8CBF-B3AA37EBF6DD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0"/>
            <ac:cxnSpMk id="14" creationId="{FBD463FC-4CA8-4FF4-85A3-AF9F4B98D21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0"/>
            <ac:cxnSpMk id="16" creationId="{A56012FD-74A8-4C91-B318-435CF2B71927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0"/>
            <ac:cxnSpMk id="22" creationId="{7552FBEF-FA69-427B-8245-0A518E0513D5}"/>
          </ac:cxnSpMkLst>
        </pc:cxnChg>
      </pc:sldChg>
      <pc:sldChg chg="addSp delSp modSp mod setBg delDesignElem">
        <pc:chgData name="Rohith Maddipatla" userId="eb90819fac2fc064" providerId="LiveId" clId="{E88BB157-E8D9-478B-9504-764CACB43A0B}" dt="2026-07-15T09:11:28.645" v="216" actId="2711"/>
        <pc:sldMkLst>
          <pc:docMk/>
          <pc:sldMk cId="0" sldId="261"/>
        </pc:sldMkLst>
        <pc:spChg chg="mod">
          <ac:chgData name="Rohith Maddipatla" userId="eb90819fac2fc064" providerId="LiveId" clId="{E88BB157-E8D9-478B-9504-764CACB43A0B}" dt="2026-07-15T09:09:00.879" v="194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1:28.645" v="216" actId="2711"/>
          <ac:spMkLst>
            <pc:docMk/>
            <pc:sldMk cId="0" sldId="261"/>
            <ac:spMk id="5" creationId="{00000000-0000-0000-0000-000000000000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1"/>
            <ac:spMk id="10" creationId="{1CE580D1-F917-4567-AFB4-99AA9B52ADF0}"/>
          </ac:spMkLst>
        </pc:spChg>
        <pc:spChg chg="add del">
          <ac:chgData name="Rohith Maddipatla" userId="eb90819fac2fc064" providerId="LiveId" clId="{E88BB157-E8D9-478B-9504-764CACB43A0B}" dt="2026-07-15T09:08:55.386" v="189"/>
          <ac:spMkLst>
            <pc:docMk/>
            <pc:sldMk cId="0" sldId="261"/>
            <ac:spMk id="17" creationId="{22AC0F86-9A78-4E84-A4B4-ADB8B2629A0C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1"/>
            <ac:spMk id="18" creationId="{5BB14454-D00C-4958-BB39-F5F9F3ACD499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1"/>
            <ac:spMk id="22" creationId="{A1084370-0E70-4003-9787-3490FCC20E13}"/>
          </ac:spMkLst>
        </pc:spChg>
        <pc:spChg chg="add del">
          <ac:chgData name="Rohith Maddipatla" userId="eb90819fac2fc064" providerId="LiveId" clId="{E88BB157-E8D9-478B-9504-764CACB43A0B}" dt="2026-07-15T09:08:55.386" v="189"/>
          <ac:spMkLst>
            <pc:docMk/>
            <pc:sldMk cId="0" sldId="261"/>
            <ac:spMk id="31" creationId="{69A54E25-1C05-48E5-A5CC-3778C1D3632D}"/>
          </ac:spMkLst>
        </pc:spChg>
        <pc:grpChg chg="add del">
          <ac:chgData name="Rohith Maddipatla" userId="eb90819fac2fc064" providerId="LiveId" clId="{E88BB157-E8D9-478B-9504-764CACB43A0B}" dt="2026-07-15T09:08:55.386" v="189"/>
          <ac:grpSpMkLst>
            <pc:docMk/>
            <pc:sldMk cId="0" sldId="261"/>
            <ac:grpSpMk id="7" creationId="{DFB5D1BB-0703-437B-BD1E-1D07F8A2730B}"/>
          </ac:grpSpMkLst>
        </pc:grpChg>
        <pc:grpChg chg="add del">
          <ac:chgData name="Rohith Maddipatla" userId="eb90819fac2fc064" providerId="LiveId" clId="{E88BB157-E8D9-478B-9504-764CACB43A0B}" dt="2026-07-15T09:08:55.386" v="189"/>
          <ac:grpSpMkLst>
            <pc:docMk/>
            <pc:sldMk cId="0" sldId="261"/>
            <ac:grpSpMk id="19" creationId="{4AF78B9E-8BE2-4706-9377-A05FA25ABABF}"/>
          </ac:grpSpMkLst>
        </pc:grpChg>
        <pc:grpChg chg="add del">
          <ac:chgData name="Rohith Maddipatla" userId="eb90819fac2fc064" providerId="LiveId" clId="{E88BB157-E8D9-478B-9504-764CACB43A0B}" dt="2026-07-15T09:08:11.555" v="175"/>
          <ac:grpSpMkLst>
            <pc:docMk/>
            <pc:sldMk cId="0" sldId="261"/>
            <ac:grpSpMk id="24" creationId="{2B7C66D2-22E8-4E8F-829B-050BFA7C86C5}"/>
          </ac:grpSpMkLst>
        </pc:grpChg>
        <pc:picChg chg="mod ord">
          <ac:chgData name="Rohith Maddipatla" userId="eb90819fac2fc064" providerId="LiveId" clId="{E88BB157-E8D9-478B-9504-764CACB43A0B}" dt="2026-07-15T09:08:16.902" v="177" actId="26606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7:16.063" v="159" actId="14100"/>
          <ac:picMkLst>
            <pc:docMk/>
            <pc:sldMk cId="0" sldId="261"/>
            <ac:picMk id="3" creationId="{AE44EC3A-3159-30AA-541C-0A8C5B2012A8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61"/>
            <ac:picMk id="12" creationId="{1F5620B8-A2D8-4568-B566-F0453A0D9167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61"/>
            <ac:picMk id="28" creationId="{3635D2BC-4EDA-4A3E-83BF-035608099BD5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1"/>
            <ac:cxnSpMk id="14" creationId="{1C7D2BA4-4B7A-4596-8BCC-5CF715423894}"/>
          </ac:cxnSpMkLst>
        </pc:cxnChg>
        <pc:cxnChg chg="add del">
          <ac:chgData name="Rohith Maddipatla" userId="eb90819fac2fc064" providerId="LiveId" clId="{E88BB157-E8D9-478B-9504-764CACB43A0B}" dt="2026-07-15T09:08:55.386" v="189"/>
          <ac:cxnSpMkLst>
            <pc:docMk/>
            <pc:sldMk cId="0" sldId="261"/>
            <ac:cxnSpMk id="15" creationId="{883F92AF-2403-4558-B1D7-72130A1E4BC7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1"/>
            <ac:cxnSpMk id="16" creationId="{C9D4B225-18E9-4C5B-94D8-2ABE6D161E4A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1"/>
            <ac:cxnSpMk id="20" creationId="{28A657A7-C4E5-425B-98FA-BB817FF7BFB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1"/>
            <ac:cxnSpMk id="30" creationId="{A3C86EB9-7FA9-42F7-B348-A7FD17436A94}"/>
          </ac:cxnSpMkLst>
        </pc:cxnChg>
        <pc:cxnChg chg="add del">
          <ac:chgData name="Rohith Maddipatla" userId="eb90819fac2fc064" providerId="LiveId" clId="{E88BB157-E8D9-478B-9504-764CACB43A0B}" dt="2026-07-15T09:08:55.386" v="189"/>
          <ac:cxnSpMkLst>
            <pc:docMk/>
            <pc:sldMk cId="0" sldId="261"/>
            <ac:cxnSpMk id="32" creationId="{0E5D0023-B23E-4823-8D72-B07FFF8CAE96}"/>
          </ac:cxnSpMkLst>
        </pc:cxnChg>
      </pc:sldChg>
      <pc:sldChg chg="addSp modSp del mod setBg">
        <pc:chgData name="Rohith Maddipatla" userId="eb90819fac2fc064" providerId="LiveId" clId="{E88BB157-E8D9-478B-9504-764CACB43A0B}" dt="2026-07-15T09:06:51.382" v="153" actId="47"/>
        <pc:sldMkLst>
          <pc:docMk/>
          <pc:sldMk cId="0" sldId="262"/>
        </pc:sldMkLst>
        <pc:spChg chg="mo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5" creationId="{00000000-0000-0000-0000-000000000000}"/>
          </ac:spMkLst>
        </pc:spChg>
        <pc:spChg chg="ad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10" creationId="{0CABCAE3-64FC-4149-819F-2C1812824154}"/>
          </ac:spMkLst>
        </pc:spChg>
        <pc:spChg chg="ad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18" creationId="{C630F413-44CE-4746-9821-9E0107978E7A}"/>
          </ac:spMkLst>
        </pc:spChg>
        <pc:spChg chg="ad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20" creationId="{22D671B1-B099-4F9C-B9CC-9D22B4DAF8A8}"/>
          </ac:spMkLst>
        </pc:spChg>
        <pc:spChg chg="add">
          <ac:chgData name="Rohith Maddipatla" userId="eb90819fac2fc064" providerId="LiveId" clId="{E88BB157-E8D9-478B-9504-764CACB43A0B}" dt="2026-07-15T09:00:12.440" v="10" actId="26606"/>
          <ac:spMkLst>
            <pc:docMk/>
            <pc:sldMk cId="0" sldId="262"/>
            <ac:spMk id="24" creationId="{898488B7-DBD3-40E7-B54B-4DA6C5693EF3}"/>
          </ac:spMkLst>
        </pc:spChg>
        <pc:picChg chg="mod ord">
          <ac:chgData name="Rohith Maddipatla" userId="eb90819fac2fc064" providerId="LiveId" clId="{E88BB157-E8D9-478B-9504-764CACB43A0B}" dt="2026-07-15T09:00:12.440" v="10" actId="26606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Rohith Maddipatla" userId="eb90819fac2fc064" providerId="LiveId" clId="{E88BB157-E8D9-478B-9504-764CACB43A0B}" dt="2026-07-15T09:00:12.440" v="10" actId="26606"/>
          <ac:picMkLst>
            <pc:docMk/>
            <pc:sldMk cId="0" sldId="262"/>
            <ac:picMk id="12" creationId="{012FDCFE-9AD2-4D8A-8CBF-B3AA37EBF6DD}"/>
          </ac:picMkLst>
        </pc:picChg>
        <pc:cxnChg chg="add">
          <ac:chgData name="Rohith Maddipatla" userId="eb90819fac2fc064" providerId="LiveId" clId="{E88BB157-E8D9-478B-9504-764CACB43A0B}" dt="2026-07-15T09:00:12.440" v="10" actId="26606"/>
          <ac:cxnSpMkLst>
            <pc:docMk/>
            <pc:sldMk cId="0" sldId="262"/>
            <ac:cxnSpMk id="14" creationId="{FBD463FC-4CA8-4FF4-85A3-AF9F4B98D210}"/>
          </ac:cxnSpMkLst>
        </pc:cxnChg>
        <pc:cxnChg chg="add">
          <ac:chgData name="Rohith Maddipatla" userId="eb90819fac2fc064" providerId="LiveId" clId="{E88BB157-E8D9-478B-9504-764CACB43A0B}" dt="2026-07-15T09:00:12.440" v="10" actId="26606"/>
          <ac:cxnSpMkLst>
            <pc:docMk/>
            <pc:sldMk cId="0" sldId="262"/>
            <ac:cxnSpMk id="16" creationId="{A56012FD-74A8-4C91-B318-435CF2B71927}"/>
          </ac:cxnSpMkLst>
        </pc:cxnChg>
        <pc:cxnChg chg="add">
          <ac:chgData name="Rohith Maddipatla" userId="eb90819fac2fc064" providerId="LiveId" clId="{E88BB157-E8D9-478B-9504-764CACB43A0B}" dt="2026-07-15T09:00:12.440" v="10" actId="26606"/>
          <ac:cxnSpMkLst>
            <pc:docMk/>
            <pc:sldMk cId="0" sldId="262"/>
            <ac:cxnSpMk id="22" creationId="{7552FBEF-FA69-427B-8245-0A518E0513D5}"/>
          </ac:cxnSpMkLst>
        </pc:cxnChg>
      </pc:sldChg>
      <pc:sldChg chg="addSp delSp modSp mod setBg delDesignElem">
        <pc:chgData name="Rohith Maddipatla" userId="eb90819fac2fc064" providerId="LiveId" clId="{E88BB157-E8D9-478B-9504-764CACB43A0B}" dt="2026-07-15T09:11:12.935" v="215" actId="2711"/>
        <pc:sldMkLst>
          <pc:docMk/>
          <pc:sldMk cId="0" sldId="263"/>
        </pc:sldMkLst>
        <pc:spChg chg="mod">
          <ac:chgData name="Rohith Maddipatla" userId="eb90819fac2fc064" providerId="LiveId" clId="{E88BB157-E8D9-478B-9504-764CACB43A0B}" dt="2026-07-15T09:11:12.935" v="215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hith Maddipatla" userId="eb90819fac2fc064" providerId="LiveId" clId="{E88BB157-E8D9-478B-9504-764CACB43A0B}" dt="2026-07-15T09:11:05.166" v="214" actId="12"/>
          <ac:spMkLst>
            <pc:docMk/>
            <pc:sldMk cId="0" sldId="263"/>
            <ac:spMk id="5" creationId="{00000000-0000-0000-0000-000000000000}"/>
          </ac:spMkLst>
        </pc:spChg>
        <pc:spChg chg="add">
          <ac:chgData name="Rohith Maddipatla" userId="eb90819fac2fc064" providerId="LiveId" clId="{E88BB157-E8D9-478B-9504-764CACB43A0B}" dt="2026-07-15T09:10:42.721" v="212" actId="26606"/>
          <ac:spMkLst>
            <pc:docMk/>
            <pc:sldMk cId="0" sldId="263"/>
            <ac:spMk id="7" creationId="{AD6F6937-3B5A-4391-9F37-58A571B362A9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3"/>
            <ac:spMk id="10" creationId="{23522FE7-5A29-4EF6-B1EF-2CA55748A772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3"/>
            <ac:spMk id="18" creationId="{F63C748C-967B-4A7B-A90F-3EDD0F485AC6}"/>
          </ac:spMkLst>
        </pc:spChg>
        <pc:spChg chg="add del">
          <ac:chgData name="Rohith Maddipatla" userId="eb90819fac2fc064" providerId="LiveId" clId="{E88BB157-E8D9-478B-9504-764CACB43A0B}" dt="2026-07-15T09:08:11.555" v="175"/>
          <ac:spMkLst>
            <pc:docMk/>
            <pc:sldMk cId="0" sldId="263"/>
            <ac:spMk id="20" creationId="{C0143637-4934-44E4-B909-BAF1E7B27972}"/>
          </ac:spMkLst>
        </pc:spChg>
        <pc:picChg chg="del">
          <ac:chgData name="Rohith Maddipatla" userId="eb90819fac2fc064" providerId="LiveId" clId="{E88BB157-E8D9-478B-9504-764CACB43A0B}" dt="2026-07-15T09:00:24.320" v="11" actId="478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Rohith Maddipatla" userId="eb90819fac2fc064" providerId="LiveId" clId="{E88BB157-E8D9-478B-9504-764CACB43A0B}" dt="2026-07-15T09:07:41.285" v="168" actId="14100"/>
          <ac:picMkLst>
            <pc:docMk/>
            <pc:sldMk cId="0" sldId="263"/>
            <ac:picMk id="3" creationId="{7DB1E67D-80F2-1C07-EF59-AA74C62DD33B}"/>
          </ac:picMkLst>
        </pc:picChg>
        <pc:picChg chg="add del">
          <ac:chgData name="Rohith Maddipatla" userId="eb90819fac2fc064" providerId="LiveId" clId="{E88BB157-E8D9-478B-9504-764CACB43A0B}" dt="2026-07-15T09:08:11.555" v="175"/>
          <ac:picMkLst>
            <pc:docMk/>
            <pc:sldMk cId="0" sldId="263"/>
            <ac:picMk id="12" creationId="{C2192E09-EBC7-416C-B887-DFF915D7F43D}"/>
          </ac:picMkLst>
        </pc:pic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3"/>
            <ac:cxnSpMk id="14" creationId="{2924498D-E084-44BE-A196-CFCE35564350}"/>
          </ac:cxnSpMkLst>
        </pc:cxnChg>
        <pc:cxnChg chg="add del">
          <ac:chgData name="Rohith Maddipatla" userId="eb90819fac2fc064" providerId="LiveId" clId="{E88BB157-E8D9-478B-9504-764CACB43A0B}" dt="2026-07-15T09:08:11.555" v="175"/>
          <ac:cxnSpMkLst>
            <pc:docMk/>
            <pc:sldMk cId="0" sldId="263"/>
            <ac:cxnSpMk id="16" creationId="{14C12901-9FCC-461E-A64A-89B4791235E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9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https://wordpandit.com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https://www.unisa.ac.za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https://sarahsnippets.com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717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0120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979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32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2242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736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582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550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71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415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85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2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36492"/>
            <a:ext cx="8229600" cy="589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Morphology And Word Formation In Natural Languages</a:t>
            </a:r>
            <a:endParaRPr lang="en-US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657FDB-4094-C4F5-15C0-1C071E289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5626" y="3170420"/>
            <a:ext cx="5532950" cy="966866"/>
          </a:xfrm>
        </p:spPr>
        <p:txBody>
          <a:bodyPr>
            <a:normAutofit fontScale="90000"/>
          </a:bodyPr>
          <a:lstStyle/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Name:P.Naresh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Regno:192424378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course:DSA0304-Natural Language Processing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CC7D73A7-B580-9204-CE81-976E92C4C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718"/>
            <a:ext cx="9046564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66994" y="530606"/>
            <a:ext cx="2368182" cy="984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 to Morphology and Word Formation</a:t>
            </a:r>
          </a:p>
        </p:txBody>
      </p:sp>
      <p:pic>
        <p:nvPicPr>
          <p:cNvPr id="2" name="Image 0" descr="https://search-letsfade-com.herokuapp.com/proxy?url=https://wordpandit.com/wp-content/uploads/2025/01/Morphology-and-Word-Structur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1" y="842686"/>
            <a:ext cx="4320765" cy="3506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5603" y="1705206"/>
            <a:ext cx="2369574" cy="29556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branch of linguistics that studies the structure of words.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formation involves the processes by which new words are created in a language.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concepts reveals how languages develop and adapt over time.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62B1431-A625-831B-AA64-ECAFAF368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386"/>
            <a:ext cx="9143771" cy="43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66994" y="530606"/>
            <a:ext cx="2368182" cy="984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Basic Units of Morphology – Morphemes</a:t>
            </a:r>
          </a:p>
        </p:txBody>
      </p:sp>
      <p:pic>
        <p:nvPicPr>
          <p:cNvPr id="2" name="Image 0" descr="https://search-letsfade-com.herokuapp.com/proxy?url=https://www.unisa.ac.za/static/corporate_web/Content/UnisaOpen/images/Types of Morphem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677" y="530606"/>
            <a:ext cx="2919933" cy="41302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5603" y="1705206"/>
            <a:ext cx="2369574" cy="29556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 are the smallest meaningful units in a language.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roots, prefixes, suffixes, or infixes.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morphemes forms words and conveys specific meanings</a:t>
            </a:r>
            <a:r>
              <a:rPr lang="en-US" sz="1400" dirty="0"/>
              <a:t>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D017301-6431-C95C-BBF0-CDFCB00FA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2" y="71228"/>
            <a:ext cx="8882296" cy="39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66994" y="530606"/>
            <a:ext cx="2368182" cy="984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Types of Morphemes</a:t>
            </a:r>
          </a:p>
        </p:txBody>
      </p:sp>
      <p:pic>
        <p:nvPicPr>
          <p:cNvPr id="2" name="Image 0" descr="https://search-letsfade-com.herokuapp.com/proxy?url=https://sarahsnippets.com/wp-content/uploads/2023/12/Screen-Shot-2023-12-13-at-5.41.45-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1" y="1564170"/>
            <a:ext cx="4320765" cy="206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5603" y="1705206"/>
            <a:ext cx="2369574" cy="29556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morphemes can stand alone as words, like "book" or "run."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morphemes must be attached to other morphemes, such as prefixes "un-" or suffixes "-ed."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distinction helps explain how complex words are constructed from smaller parts.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6ED24CF-2310-6594-5EAE-9E027583D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02" y="111425"/>
            <a:ext cx="8942257" cy="43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66994" y="530606"/>
            <a:ext cx="2368182" cy="984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cap="all">
                <a:latin typeface="+mj-lt"/>
                <a:ea typeface="+mj-ea"/>
                <a:cs typeface="+mj-cs"/>
              </a:rPr>
              <a:t>Word Formation Processes</a:t>
            </a:r>
          </a:p>
        </p:txBody>
      </p:sp>
      <p:pic>
        <p:nvPicPr>
          <p:cNvPr id="2" name="Image 0" descr="https://search-letsfade-com.herokuapp.com/proxy?url=https://imgv2-1-f.scribdassets.com/img/document/867666385/original/f88d51262e/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84" y="530606"/>
            <a:ext cx="3097719" cy="41302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5603" y="1705206"/>
            <a:ext cx="2369574" cy="29556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creates new words by adding affixes to existing words, e.g., "happy" to "unhappy."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Compounding joins two or more free morphemes, as in "notebook" or "sunflower."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shifts words from one grammatical category to another without adding affixes, like "to run" becoming "a run."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5EAE51C3-1D03-306F-019E-118FA55E3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" y="48005"/>
            <a:ext cx="9143771" cy="43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51868" y="1086654"/>
            <a:ext cx="2520579" cy="977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Inflection vs. Derivation</a:t>
            </a:r>
          </a:p>
        </p:txBody>
      </p:sp>
      <p:pic>
        <p:nvPicPr>
          <p:cNvPr id="2" name="Image 0" descr="https://search-letsfade-com.herokuapp.com/proxy?url=https://image.slidesharecdn.com/morphology-131109131022-phpapp02/85/Morphology-2-320.jpg"/>
          <p:cNvPicPr>
            <a:picLocks noChangeAspect="1"/>
          </p:cNvPicPr>
          <p:nvPr/>
        </p:nvPicPr>
        <p:blipFill>
          <a:blip r:embed="rId4"/>
          <a:srcRect t="2534" r="-1" b="-1"/>
          <a:stretch>
            <a:fillRect/>
          </a:stretch>
        </p:blipFill>
        <p:spPr>
          <a:xfrm>
            <a:off x="1059512" y="1407711"/>
            <a:ext cx="3959083" cy="28940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51868" y="2267754"/>
            <a:ext cx="2520578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Inflection modifies a word to express grammatical features like tense, number, or case, e.g., "walk" to "walked."</a:t>
            </a:r>
          </a:p>
          <a:p>
            <a:pPr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 changes the meaning or part of speech, such as "happy" to "happiness."</a:t>
            </a:r>
          </a:p>
          <a:p>
            <a:pPr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processes are essential for the grammatical and lexical development of words.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AE44EC3A-3159-30AA-541C-0A8C5B201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573"/>
            <a:ext cx="9143770" cy="35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00766"/>
            <a:ext cx="304431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492918" y="1503299"/>
            <a:ext cx="2241198" cy="3738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0" i="0" cap="all" spc="-12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 and Significance</a:t>
            </a:r>
          </a:p>
        </p:txBody>
      </p:sp>
      <p:sp>
        <p:nvSpPr>
          <p:cNvPr id="5" name="Text 1"/>
          <p:cNvSpPr/>
          <p:nvPr/>
        </p:nvSpPr>
        <p:spPr>
          <a:xfrm>
            <a:off x="3460791" y="1503299"/>
            <a:ext cx="5111994" cy="3738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indent="-285750" defTabSz="914400">
              <a:lnSpc>
                <a:spcPct val="85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Morphology and word formation are fundamental to understanding how languages create and expand their vocabularies.</a:t>
            </a:r>
          </a:p>
          <a:p>
            <a:pPr marL="57150" indent="-285750" defTabSz="914400">
              <a:lnSpc>
                <a:spcPct val="85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-285750" defTabSz="914400">
              <a:lnSpc>
                <a:spcPct val="85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reveal patterns of language change, borrowing, and innovation over time.</a:t>
            </a:r>
          </a:p>
          <a:p>
            <a:pPr marL="57150" indent="-285750" defTabSz="914400">
              <a:lnSpc>
                <a:spcPct val="85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-285750" defTabSz="914400">
              <a:lnSpc>
                <a:spcPct val="85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Studying morphology aids in language learning, teaching, and computational linguistics applications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7DB1E67D-80F2-1C07-EF59-AA74C62DD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" y="1"/>
            <a:ext cx="9143773" cy="80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14</TotalTime>
  <Words>402</Words>
  <Application>Microsoft Office PowerPoint</Application>
  <PresentationFormat>On-screen Show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Optima</vt:lpstr>
      <vt:lpstr>Times New Roman</vt:lpstr>
      <vt:lpstr>Metropolitan</vt:lpstr>
      <vt:lpstr>    Name:P.Naresh Regno:192424378 course:DSA0304-Natural Language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Morphology And Word Formation In Natural Languages Investigate How Words Are Structured And Formed U</dc:title>
  <dc:subject>Morphology And Word Formation In Natural Languages Investigate How Words Are Structured And Formed U</dc:subject>
  <dc:creator>SlideMake.com</dc:creator>
  <cp:lastModifiedBy>Rohith Maddipatla</cp:lastModifiedBy>
  <cp:revision>1</cp:revision>
  <dcterms:created xsi:type="dcterms:W3CDTF">2026-07-15T08:49:13Z</dcterms:created>
  <dcterms:modified xsi:type="dcterms:W3CDTF">2026-07-15T09:13:13Z</dcterms:modified>
</cp:coreProperties>
</file>